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2926080" cy="292608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3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EASY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21488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 Workflow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a Git-based branching workflow for the Task Manager API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794760"/>
            <a:ext cx="502920" cy="36576"/>
          </a:xfrm>
          <a:prstGeom prst="rect">
            <a:avLst/>
          </a:prstGeom>
          <a:solidFill>
            <a:srgbClr val="3FD9C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A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Internship — DevAlpha Technologies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Branching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Implement a Git-based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3F6F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0B1E33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01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0" y="1901952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deployable. Releases only, tagged.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3F6F8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31089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3044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3044952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branch. Features merge here first.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3F6F8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4251960"/>
            <a:ext cx="502920" cy="502920"/>
          </a:xfrm>
          <a:prstGeom prst="ellipse">
            <a:avLst/>
          </a:prstGeom>
          <a:solidFill>
            <a:srgbClr val="1C8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18795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feature/*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187952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per unit of work, merged back to develop.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branches implemented: feature/task-api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DevAlpha Technologies — DevOps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Followed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34440" y="158191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Initialized the repository on main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2585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2402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develop from main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9169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16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89864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feature/task-api from develop, built the Flask API there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575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55701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feature/task-api into develop with --no-ff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23367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2153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develop into main and tagged the release v1.0.0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457200" cy="457200"/>
          </a:xfrm>
          <a:prstGeom prst="ellipse">
            <a:avLst/>
          </a:prstGeom>
          <a:solidFill>
            <a:srgbClr val="1C8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487375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all branches and tags to GitHub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DevAlpha Technologies — DevOps Internship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4572000" cy="4572000"/>
          </a:xfrm>
          <a:prstGeom prst="ellipse">
            <a:avLst/>
          </a:prstGeom>
          <a:solidFill>
            <a:srgbClr val="132A4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Outcome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669280" cy="2377440"/>
          </a:xfrm>
          <a:prstGeom prst="roundRect">
            <a:avLst>
              <a:gd name="adj" fmla="val 3077"/>
            </a:avLst>
          </a:prstGeom>
          <a:solidFill>
            <a:srgbClr val="132A45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--all --decorate --oneline --graph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shows main, develop, feature/task-api
→ with merge commits and v1.0.0 tag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FD9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branch -a  &amp;&amp;  git tag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7D9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confirms all branches + release tag exist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766560" y="17373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766560" y="2423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used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03920" y="17373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503920" y="2423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commits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241280" y="173736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FD9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v1.0.0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241280" y="2423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 release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7091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7D9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portfolio-ready, reproducible Git history demonstrating a real feature-branch workflow — branches, merges, and a tagged release — pushed live to GitHub.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FD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github.com/SudaisJ/devops-taskmanager-DevAlpha-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1 - Version Control Workflow</dc:title>
  <dc:subject>PptxGenJS Presentation</dc:subject>
  <dc:creator>DevOps Intern</dc:creator>
  <cp:lastModifiedBy>DevOps Intern</cp:lastModifiedBy>
  <cp:revision>1</cp:revision>
  <dcterms:created xsi:type="dcterms:W3CDTF">2026-07-04T11:12:07Z</dcterms:created>
  <dcterms:modified xsi:type="dcterms:W3CDTF">2026-07-04T11:12:07Z</dcterms:modified>
</cp:coreProperties>
</file>