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EASY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Study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 processes for the System Health Monitor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02920" cy="36576"/>
          </a:xfrm>
          <a:prstGeom prst="rect">
            <a:avLst/>
          </a:prstGeom>
          <a:solidFill>
            <a:srgbClr val="3FD9C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Internship — DevAlpha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CI/CD?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Create automated deployment processes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(CI)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GitHub automatically runs lint and tests. Broken code is caught immediately — not days later.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9050">
            <a:solidFill>
              <a:srgbClr val="1C8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00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C8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733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(CD)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tests pass, the app is automatically built into a deployable artifact. No manual packaging needed.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9050">
            <a:solidFill>
              <a:srgbClr val="0B1E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00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0B1E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6733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4231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'it works on my machine'. Every change is verified automatically in a clean environment.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Overview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GitHub Actions  ·  Triggers on every push to main and develop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9AA7B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0B1E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56032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301752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3429000"/>
            <a:ext cx="298094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code style and quality. Fails fast on any style violations before wasting time on tests.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32504" y="3474720"/>
            <a:ext cx="292608" cy="201168"/>
          </a:xfrm>
          <a:prstGeom prst="rightArrow">
            <a:avLst/>
          </a:prstGeom>
          <a:solidFill>
            <a:srgbClr val="B7C2CA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9AA7B2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56032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4568" y="301752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3429000"/>
            <a:ext cx="298094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test suite (3 tests). Only runs if Lint passes. Confirms app behaves correctly.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81544" y="3474720"/>
            <a:ext cx="292608" cy="201168"/>
          </a:xfrm>
          <a:prstGeom prst="rightArrow">
            <a:avLst/>
          </a:prstGeom>
          <a:solidFill>
            <a:srgbClr val="B7C2C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9AA7B2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3608" y="256032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93608" y="301752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93608" y="3429000"/>
            <a:ext cx="298094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app into a Docker image. Added in Task 3 once the Dockerfile is ready.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gated — if Lint fails, Test never runs. Cheapest checks always run first.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— Live Results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25400">
            <a:solidFill>
              <a:srgbClr val="1C8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56432" y="1847088"/>
            <a:ext cx="402336" cy="201168"/>
          </a:xfrm>
          <a:prstGeom prst="rightArrow">
            <a:avLst/>
          </a:prstGeom>
          <a:solidFill>
            <a:srgbClr val="B7C2CA"/>
          </a:solidFill>
          <a:ln/>
        </p:spPr>
      </p:sp>
      <p:sp>
        <p:nvSpPr>
          <p:cNvPr id="7" name="Shape 5"/>
          <p:cNvSpPr/>
          <p:nvPr/>
        </p:nvSpPr>
        <p:spPr>
          <a:xfrm>
            <a:off x="3886200" y="13716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25400">
            <a:solidFill>
              <a:srgbClr val="1C8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02552" y="1847088"/>
            <a:ext cx="402336" cy="201168"/>
          </a:xfrm>
          <a:prstGeom prst="rightArrow">
            <a:avLst/>
          </a:prstGeom>
          <a:solidFill>
            <a:srgbClr val="B7C2C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0" y="13716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EEF1F3"/>
          </a:solidFill>
          <a:ln w="25400">
            <a:solidFill>
              <a:srgbClr val="C9D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Task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0B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71800"/>
            <a:ext cx="50292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flake8 system-health-monitor/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issues found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system-health-monitor/tests/ -v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tests/test_app.py::test_health PASSED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tests/test_app.py::test_index_loads PASSED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tests/test_app.py::test_stats_returns_json PASSED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passed in 1.09s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8346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90779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12480" y="30906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passing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9319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005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12480" y="41879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50292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510235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5285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clean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visible at: github.com/SudaisJ/devops-taskmanager-DevAlpha-/actions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4572000" cy="45720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GitHub now automatically verifies the System Health Monitor — no manual steps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50008"/>
            <a:ext cx="347472" cy="347472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runs first — catches style issues before wasting CI minutes on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08376"/>
            <a:ext cx="347472" cy="347472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9443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second — confirms all 3 endpoints work correctly in a clean environment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6674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6027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gated — a failing stage stops everything downstream immediately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251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25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2611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 ready to activate once Dockerfile is added in Task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919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history visible on GitHub Actions tab — green checkmarks on every passing run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github.com/SudaisJ/devops-taskmanager-DevAlpha-/actions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2 - CI/CD Pipeline</dc:title>
  <dc:subject>PptxGenJS Presentation</dc:subject>
  <dc:creator>DevOps Intern</dc:creator>
  <cp:lastModifiedBy>DevOps Intern</cp:lastModifiedBy>
  <cp:revision>1</cp:revision>
  <dcterms:created xsi:type="dcterms:W3CDTF">2026-07-04T18:42:57Z</dcterms:created>
  <dcterms:modified xsi:type="dcterms:W3CDTF">2026-07-04T18:42:57Z</dcterms:modified>
</cp:coreProperties>
</file>