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INTERMEDIATE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System Health Monitor with Docker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02920" cy="36576"/>
          </a:xfrm>
          <a:prstGeom prst="rect">
            <a:avLst/>
          </a:prstGeom>
          <a:solidFill>
            <a:srgbClr val="3FD9C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Internship — DevAlpha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Containerization?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Use modern deployment practices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Docker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works on my machine' — app runs differently on dev, staging, and production. Dependencies conflict. Setup takes hours.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1C8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8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Docker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all dependencies packaged into one container. Runs identically everywhere — your laptop, a server, or the cloud.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build. One command to run. Any machine, any environment, always the same result.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Multi-Stage Dockerfile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— build tools never ship to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B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Builder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 AS builder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/build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--prefix=/install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3017520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50876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B1E3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Runtime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1031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adduser --system app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/install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app/ 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  |  EXPOSE 5000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 ...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48640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code + packages ship — no pip or build tools in production image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925312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85216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— container never runs as root (security best practice)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291072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6217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— Docker auto-restarts container if app becomes unresponsive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Verification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19050">
            <a:solidFill>
              <a:srgbClr val="5B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39312" y="1874520"/>
            <a:ext cx="274320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14173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system-health-monitor:latest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31152" y="1874520"/>
            <a:ext cx="274320" cy="201168"/>
          </a:xfrm>
          <a:prstGeom prst="rightArrow">
            <a:avLst/>
          </a:prstGeom>
          <a:solidFill>
            <a:srgbClr val="B7C2CA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14173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19050">
            <a:solidFill>
              <a:srgbClr val="1C8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5000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5943600" cy="3108960"/>
          </a:xfrm>
          <a:prstGeom prst="roundRect">
            <a:avLst>
              <a:gd name="adj" fmla="val 2353"/>
            </a:avLst>
          </a:prstGeom>
          <a:solidFill>
            <a:srgbClr val="0B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 -d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Container health-monitor Started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ps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Up (healthy)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 0.0.0.0:5000-&gt;5000/tcp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http://localhost:5000/health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{"status":"ok"}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28803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9260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955280" y="30449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run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3685032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73075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55280" y="3849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4489704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53542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55280" y="4654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processes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5294376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340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955280" y="5458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Verification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4572000" cy="45720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Pipeline — All 3 Stages Green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32A45"/>
          </a:solidFill>
          <a:ln w="25400">
            <a:solidFill>
              <a:srgbClr val="1C8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Lint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03904" y="1947672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4173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32A45"/>
          </a:solidFill>
          <a:ln w="25400">
            <a:solidFill>
              <a:srgbClr val="1C8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Test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2075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87184" y="1947672"/>
            <a:ext cx="292608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41732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32A45"/>
          </a:solidFill>
          <a:ln w="25400">
            <a:solidFill>
              <a:srgbClr val="1C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0" y="2075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584448"/>
            <a:ext cx="320040" cy="320040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identically anywhere with one command: docker compose up --build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151376"/>
            <a:ext cx="320040" cy="320040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51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0873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keeps image lean — no build tools in production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71830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18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6542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— secure by default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528523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85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52212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HEALTHCHECK — self-monitoring, auto-restarts on failure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58521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852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578815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stage in CI/CD — every push verifies the image builds successfully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github.com/SudaisJ/devops-taskmanager-DevAlpha-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3 - Containerization Project</dc:title>
  <dc:subject>PptxGenJS Presentation</dc:subject>
  <dc:creator>DevOps Intern</dc:creator>
  <cp:lastModifiedBy>DevOps Intern</cp:lastModifiedBy>
  <cp:revision>1</cp:revision>
  <dcterms:created xsi:type="dcterms:W3CDTF">2026-07-05T06:51:47Z</dcterms:created>
  <dcterms:modified xsi:type="dcterms:W3CDTF">2026-07-05T06:51:47Z</dcterms:modified>
</cp:coreProperties>
</file>